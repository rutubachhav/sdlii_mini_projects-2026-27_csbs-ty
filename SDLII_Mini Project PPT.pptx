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8" r:id="rId5"/>
    <p:sldId id="279" r:id="rId6"/>
    <p:sldId id="283" r:id="rId7"/>
    <p:sldId id="286" r:id="rId8"/>
    <p:sldId id="282" r:id="rId9"/>
    <p:sldId id="287" r:id="rId10"/>
    <p:sldId id="28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4EAD6-CBEC-D958-052B-DF3D178A2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47DD5-27FB-0312-0196-9F9CCB491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A96B0-42F0-B6BE-858E-3F37A9A6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A639AE-19E0-5C98-4257-3293FB2F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73843-D0C1-A20A-550F-80D891FEE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364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4574C-88E1-CA88-D90F-C887070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7DEAE-A6FD-633C-AEB4-3393539F5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33A0C-F086-C588-50C8-7D2EBEFB6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36910-BB6C-F6DA-E286-B0C859B0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F91D5-4019-B8A3-FF45-788CC2DC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0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F0A4F-242E-F988-3B0B-8DF46060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A98B-20F2-963F-252F-C72C13EB9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30F4-5524-B2A9-A88F-933679444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AC5F-C46D-6FEC-8B5C-AA2CB3D9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4D8A6-6654-F295-C924-07829EC7D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864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DE40-9CE3-9C7C-2EA7-74173CF3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E6194-BFCB-D472-F868-67595B56C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7D141-56C8-3C59-7CE7-D014F56EBE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A8B708-1173-AC6C-C8AC-7A5277DD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437C3-A812-F5C8-B35B-937287CD7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88DF2-6D47-EAFE-AF8D-F7C53A43C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63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699F3-C024-7F37-C217-85ACCFF75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C6FA5-4E9C-FB89-D897-57508A3A4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28EFC-2081-F9A1-0683-A5B79A9613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7310F-29AF-DC98-A254-A2B54CACB8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6301E9-32B7-E2C3-E891-A47935730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F7B11D-22FF-DE88-9778-DC042C185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B32D4A-76B9-098B-381B-10DC2A18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4648-F8E2-26B8-E78D-2DAA099D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459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AFAA1-907F-D1D9-F65D-9C1832C52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2FA723-2B95-BBF2-EF05-1644BB3E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44646-39F2-9FE8-B234-7F0382EB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06650-3D0C-881E-4F95-11C874E3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9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6F110-23CB-E8E6-4583-5008169D5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963593-A526-8E35-FB54-DFE0A64C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899F8-95FB-0C94-1B53-96A017ECE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1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BC4A6-F9C8-A369-7E98-657C0144A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2442A-7056-B452-15E9-CB75E1345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5007C-919C-5C49-54AD-59C0D01A4A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B09C3-B0D5-5B5F-FB7A-E8131892B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C5F6E0-1F09-647C-8267-ACB14FF2C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809AAC-231F-104F-701E-86FA8E0CC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82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BB0BC-955C-6259-0C09-F95A4EA7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2C449-8583-5CBB-B1BA-15CDF8ADE0C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8A6FAF-4390-D4A4-D40B-BBC2DC7A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C73FBD-AF5C-4504-6CF9-FA0C2427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66D8A-55A6-ED20-C8D3-A57B5941A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22228-488D-1C7D-8921-249F2F748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37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EC974-BB87-7CCB-2005-64620940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95598-0AD3-23E0-C1DF-686DE7843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3726A-2A81-2FEA-9E09-B01452872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75DBC-AB3B-38A8-2C6D-05B25B081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45377-CBAC-9157-C71C-C9FC1A32A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72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1BC834-D2C7-5BF7-3FEF-762AFD087E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A58CB-BBFA-0C16-97D0-8E99B7CCF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6352F-6DE8-F4F6-380B-86D9CF294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F8900-4E1C-38A0-A311-748FCC175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06696-EC0E-274D-BE79-B5346AF58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28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09FCB2-1FEB-98CD-A6C9-AC2960F4F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C1B98-D54B-6F09-F374-839910870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69A09-2D46-2FC9-EFEC-9C86201684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6D578-061C-4071-8D51-F02C030A290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C292-2F1B-59B1-65BB-882C3DF93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7B9F5-4432-D1D7-8493-2685B5920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867D40-EEFE-4466-B099-C574B297B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064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JSPM s Rajarshi Shahu College of Engineering, Tathawade - 2023 Admission,  Fees, Courses, Ranking, Placement">
            <a:extLst>
              <a:ext uri="{FF2B5EF4-FFF2-40B4-BE49-F238E27FC236}">
                <a16:creationId xmlns:a16="http://schemas.microsoft.com/office/drawing/2014/main" id="{2AC37EFD-D716-4491-B060-F82231047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38665" cy="10247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609B56-7E2F-4878-BFF9-1726B9C0D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2544" y="41200"/>
            <a:ext cx="1003735" cy="9376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7389D3B-D090-41D6-BB8D-F8D1A3EC2634}"/>
              </a:ext>
            </a:extLst>
          </p:cNvPr>
          <p:cNvSpPr txBox="1"/>
          <p:nvPr/>
        </p:nvSpPr>
        <p:spPr>
          <a:xfrm>
            <a:off x="1038666" y="-36784"/>
            <a:ext cx="98098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13232">
              <a:spcBef>
                <a:spcPct val="50000"/>
              </a:spcBef>
              <a:defRPr/>
            </a:pP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JSPM’s 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Rajarshi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Shahu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 College of Engineering, </a:t>
            </a:r>
            <a:r>
              <a:rPr lang="en-US" sz="1400" b="1" dirty="0" err="1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Tathawade</a:t>
            </a:r>
            <a: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, Pune</a:t>
            </a:r>
            <a:br>
              <a:rPr lang="en-US" sz="14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(An Autonomous Institute affiliated to Savitribai Phule Pune University)</a:t>
            </a:r>
            <a:br>
              <a:rPr lang="en-US" sz="1200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</a:br>
            <a:r>
              <a:rPr lang="en-US" b="1" dirty="0">
                <a:solidFill>
                  <a:sysClr val="windowText" lastClr="000000"/>
                </a:solidFill>
                <a:latin typeface="Bookman Old Style" panose="02050604050505020204" pitchFamily="18" charset="0"/>
              </a:rPr>
              <a:t>Department of Computer Science and Business Systems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2AA1BD-5C37-4898-838A-C1F25A58D660}"/>
              </a:ext>
            </a:extLst>
          </p:cNvPr>
          <p:cNvSpPr txBox="1"/>
          <p:nvPr/>
        </p:nvSpPr>
        <p:spPr>
          <a:xfrm>
            <a:off x="0" y="879554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Academic Year: 2026-27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C74F7D-56E3-4E55-95F0-C0D8C8C11BE8}"/>
              </a:ext>
            </a:extLst>
          </p:cNvPr>
          <p:cNvSpPr txBox="1"/>
          <p:nvPr/>
        </p:nvSpPr>
        <p:spPr>
          <a:xfrm>
            <a:off x="47328" y="1631304"/>
            <a:ext cx="12047984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Project Title:</a:t>
            </a:r>
            <a: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  <a:t> </a:t>
            </a: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br>
              <a:rPr lang="en-US" sz="2000" dirty="0">
                <a:solidFill>
                  <a:prstClr val="black"/>
                </a:solidFill>
                <a:latin typeface="Book Antiqua"/>
                <a:ea typeface="+mj-ea"/>
                <a:cs typeface="+mj-cs"/>
              </a:rPr>
            </a:b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29130-40B3-459E-8B41-60933F69369B}"/>
              </a:ext>
            </a:extLst>
          </p:cNvPr>
          <p:cNvSpPr txBox="1"/>
          <p:nvPr/>
        </p:nvSpPr>
        <p:spPr>
          <a:xfrm>
            <a:off x="911424" y="3125576"/>
            <a:ext cx="5328592" cy="22324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Students Name and PRN no:</a:t>
            </a:r>
            <a:br>
              <a:rPr lang="en-US" b="1" dirty="0">
                <a:solidFill>
                  <a:prstClr val="black"/>
                </a:solidFill>
                <a:latin typeface="Book Antiqua"/>
              </a:rPr>
            </a:br>
            <a:r>
              <a:rPr lang="en-US" b="1" dirty="0">
                <a:solidFill>
                  <a:prstClr val="black"/>
                </a:solidFill>
                <a:latin typeface="Book Antiqua"/>
              </a:rPr>
              <a:t>Date: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Name: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Skill Development Lab-II</a:t>
            </a:r>
          </a:p>
          <a:p>
            <a:pPr>
              <a:lnSpc>
                <a:spcPct val="200000"/>
              </a:lnSpc>
              <a:defRPr/>
            </a:pPr>
            <a:r>
              <a:rPr lang="en-US" b="1" dirty="0">
                <a:solidFill>
                  <a:prstClr val="black"/>
                </a:solidFill>
                <a:latin typeface="Book Antiqua"/>
              </a:rPr>
              <a:t>Course Coordinator: </a:t>
            </a:r>
            <a:r>
              <a:rPr lang="en-US" dirty="0">
                <a:solidFill>
                  <a:prstClr val="black"/>
                </a:solidFill>
                <a:latin typeface="Book Antiqua"/>
              </a:rPr>
              <a:t>Prof. Rutuja S. Bachhav </a:t>
            </a:r>
            <a:endParaRPr lang="en-IN" dirty="0">
              <a:solidFill>
                <a:prstClr val="black"/>
              </a:solidFill>
              <a:latin typeface="Book Antiqua"/>
            </a:endParaRPr>
          </a:p>
        </p:txBody>
      </p:sp>
    </p:spTree>
    <p:extLst>
      <p:ext uri="{BB962C8B-B14F-4D97-AF65-F5344CB8AC3E}">
        <p14:creationId xmlns:p14="http://schemas.microsoft.com/office/powerpoint/2010/main" val="3602338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2341-A07E-40AE-B9DD-ADCB962BA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Book Antiqua" panose="02040602050305030304" pitchFamily="18" charset="0"/>
                <a:ea typeface="+mn-ea"/>
                <a:cs typeface="+mn-cs"/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635491-BB56-4043-A87B-5AFAEC227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Tools Used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  <a:p>
            <a:pPr lvl="0"/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95320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D4D90-6573-47F2-857B-6146DAACF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Introduction /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F39FD-B974-4648-976D-135720301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slide should contain :</a:t>
            </a:r>
          </a:p>
          <a:p>
            <a:pPr>
              <a:spcAft>
                <a:spcPts val="1200"/>
              </a:spcAft>
              <a:defRPr sz="2100">
                <a:solidFill>
                  <a:srgbClr val="232D37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/ meaning</a:t>
            </a:r>
          </a:p>
          <a:p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the topic (2-3 sentences max).</a:t>
            </a:r>
          </a:p>
          <a:p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Domain Context</a:t>
            </a:r>
          </a:p>
          <a:p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Evolution / background</a:t>
            </a:r>
          </a:p>
          <a:p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motivation: Why this topic matters in today’s tech and business landscape.</a:t>
            </a:r>
          </a:p>
          <a:p>
            <a:r>
              <a:rPr lang="en-US" sz="2100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&amp; Domain Context</a:t>
            </a:r>
          </a:p>
        </p:txBody>
      </p:sp>
    </p:spTree>
    <p:extLst>
      <p:ext uri="{BB962C8B-B14F-4D97-AF65-F5344CB8AC3E}">
        <p14:creationId xmlns:p14="http://schemas.microsoft.com/office/powerpoint/2010/main" val="1983370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E2CD-E867-43E3-B74F-DB925840D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 &amp;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883C8-F666-4B87-8F8B-246C58248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57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17A29-E4E0-430B-B67A-F1E02C080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0D20C-DF7A-49E4-8B89-151415458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0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0367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A77F7-0088-48A7-B16F-B6CDD750F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Feasibility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0DD44-DB9B-458B-9D25-3AF642BFD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Book Antiqua" panose="02040602050305030304" pitchFamily="18" charset="0"/>
              </a:rPr>
              <a:t>Technical Feasibility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Financial / Business</a:t>
            </a:r>
          </a:p>
          <a:p>
            <a:r>
              <a:rPr lang="en-US" sz="2000" b="1" dirty="0">
                <a:latin typeface="Book Antiqua" panose="02040602050305030304" pitchFamily="18" charset="0"/>
              </a:rPr>
              <a:t>Operational Feasibility</a:t>
            </a:r>
          </a:p>
        </p:txBody>
      </p:sp>
    </p:spTree>
    <p:extLst>
      <p:ext uri="{BB962C8B-B14F-4D97-AF65-F5344CB8AC3E}">
        <p14:creationId xmlns:p14="http://schemas.microsoft.com/office/powerpoint/2010/main" val="1151987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088AD-B1BC-4643-B1DF-6F3D0D7D1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&amp; Architecture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A560C-1674-4EE3-94B4-618D361F75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16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29D-9EA5-4042-BC61-D443DE87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Tools Used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9DD7C-92FE-4E55-8468-59BEDFEAC0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>
              <a:latin typeface="Book Antiqua" panose="0204060205030503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808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541C1-0906-95C4-F18B-D1D2E80B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232D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&amp; Results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D134E-EA61-2360-8B8A-F171E29D3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61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D940-E456-4083-912A-0FEBF8D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latin typeface="Book Antiqua" panose="02040602050305030304" pitchFamily="18" charset="0"/>
              </a:rPr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DA3A2B-6D03-4D04-9D87-415BE72FB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5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59A8-4301-4C8E-80D1-086242B7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/>
            <a:r>
              <a:rPr lang="en-US" sz="3200" b="1" dirty="0">
                <a:latin typeface="Book Antiqua" panose="02040602050305030304" pitchFamily="18" charset="0"/>
              </a:rPr>
              <a:t>References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35AD439-A3E7-7E4A-128B-AA8CF1C27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39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Book Antiqua</vt:lpstr>
      <vt:lpstr>Bookman Old Style</vt:lpstr>
      <vt:lpstr>Times New Roman</vt:lpstr>
      <vt:lpstr>Office Theme</vt:lpstr>
      <vt:lpstr>PowerPoint Presentation</vt:lpstr>
      <vt:lpstr>Index</vt:lpstr>
      <vt:lpstr>Introduction / Background</vt:lpstr>
      <vt:lpstr>Problem Definition &amp; Objectives </vt:lpstr>
      <vt:lpstr>Literature Survey </vt:lpstr>
      <vt:lpstr>Feasibility Study</vt:lpstr>
      <vt:lpstr>System Design &amp; Architecture </vt:lpstr>
      <vt:lpstr>Technology &amp; Tools Used </vt:lpstr>
      <vt:lpstr>Implementation &amp; Results 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2026-10-05T10:44:11Z</dcterms:created>
  <dcterms:modified xsi:type="dcterms:W3CDTF">2026-10-05T10:46:50Z</dcterms:modified>
</cp:coreProperties>
</file>