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EAD6-CBEC-D958-052B-DF3D178A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47DD5-27FB-0312-0196-9F9CCB49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96B0-42F0-B6BE-858E-3F37A9A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39AE-19E0-5C98-4257-3293FB2F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843-D0C1-A20A-550F-80D891FE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6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74C-88E1-CA88-D90F-C887070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DEAE-A6FD-633C-AEB4-3393539F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3A0C-F086-C588-50C8-7D2EBEFB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6910-BB6C-F6DA-E286-B0C859B0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91D5-4019-B8A3-FF45-788CC2DC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0A4F-242E-F988-3B0B-8DF46060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A98B-20F2-963F-252F-C72C13EB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30F4-5524-B2A9-A88F-93367944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AC5F-C46D-6FEC-8B5C-AA2CB3D9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D8A6-6654-F295-C924-07829EC7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6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DE40-9CE3-9C7C-2EA7-74173CF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6194-BFCB-D472-F868-67595B56C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7D141-56C8-3C59-7CE7-D014F56EB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8B708-1173-AC6C-C8AC-7A5277DD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437C3-A812-F5C8-B35B-937287CD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88DF2-6D47-EAFE-AF8D-F7C53A43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6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9F3-C024-7F37-C217-85ACCF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6FA5-4E9C-FB89-D897-57508A3A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8EFC-2081-F9A1-0683-A5B79A96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7310F-29AF-DC98-A254-A2B54CACB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301E9-32B7-E2C3-E891-A47935730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7B11D-22FF-DE88-9778-DC042C18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32D4A-76B9-098B-381B-10DC2A18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4648-F8E2-26B8-E78D-2DAA099D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5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FAA1-907F-D1D9-F65D-9C1832C5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FA723-2B95-BBF2-EF05-1644BB3E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44646-39F2-9FE8-B234-7F0382EB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06650-3D0C-881E-4F95-11C874E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6F110-23CB-E8E6-4583-5008169D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63593-A526-8E35-FB54-DFE0A64C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99F8-95FB-0C94-1B53-96A017E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C4A6-F9C8-A369-7E98-657C0144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442A-7056-B452-15E9-CB75E134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5007C-919C-5C49-54AD-59C0D01A4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B09C3-B0D5-5B5F-FB7A-E8131892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5F6E0-1F09-647C-8267-ACB14FF2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09AAC-231F-104F-701E-86FA8E0C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B0BC-955C-6259-0C09-F95A4EA7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2C449-8583-5CBB-B1BA-15CDF8ADE0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A6FAF-4390-D4A4-D40B-BBC2DC7A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73FBD-AF5C-4504-6CF9-FA0C2427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6D8A-55A6-ED20-C8D3-A57B5941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22228-488D-1C7D-8921-249F2F74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C974-BB87-7CCB-2005-64620940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5598-0AD3-23E0-C1DF-686DE784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726A-2A81-2FEA-9E09-B0145287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75DBC-AB3B-38A8-2C6D-05B25B08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45377-CBAC-9157-C71C-C9FC1A3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BC834-D2C7-5BF7-3FEF-762AFD087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A58CB-BBFA-0C16-97D0-8E99B7CCF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352F-6DE8-F4F6-380B-86D9CF29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8900-4E1C-38A0-A311-748FCC17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6696-EC0E-274D-BE79-B5346AF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9FCB2-1FEB-98CD-A6C9-AC2960F4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C1B98-D54B-6F09-F374-83991087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69A09-2D46-2FC9-EFEC-9C8620168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C292-2F1B-59B1-65BB-882C3DF9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B9F5-4432-D1D7-8493-2685B5920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6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47328" y="1631304"/>
            <a:ext cx="1204798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 xml:space="preserve"> Cinebook: Movie Ticket Booking System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5328592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 Aditya Jamge (RBTL25CB076)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 11 October 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Skill Development Lab-II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Bachhav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Tools Used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Cinebook is a website for booking a cinema seat.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user searches a film, chooses a show in Pune, and picks seats.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The booking is stored in MySQL so the same seat cannot be sold twice.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counter ticket does not show the viewer which seats are free.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The project uses JSP, Java servlets, and JDBC on GlassFish.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Two users must not book the same seat of the same show.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member can cancel before the show and free those seats.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An admin can add films and shows and can see every sale.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Build a catalogue with search and a genre filter.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Sign in with a session and store the password as a SHA-256 hash.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Save each booking inside one database transaction.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BookMyShow and Paytm Movies sell tickets, but their database is hidden.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simple laboratory form inserts one row and cannot protect a seat.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Those systems do not show the JDBC steps used for the sale.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Cinebook keeps films, screens, shows, and seats in separate tables.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The key uniq_show_seat blocks a second sale of the same seat.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Technical: NetBeans, GlassFish 7, and MySQL 8 run on this PC. JDBC is opened in DBConnection.java.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Financial: NetBeans, GlassFish, and MySQL Community are free. This version does not take payment.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Operational: Open the project in NetBeans and run it. The database and sample shows are created on first start.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60C-1674-4EE3-94B4-618D361F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Browser: JSP pages, HTML5, CSS3, and a small seat script.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Servlets in com.web handle the catalogue, booking, login, and admin pages.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DAO classes reach MySQL only through DBConnection.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booking locks the show, inserts the seats, then commits.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If that seat is already taken, the transaction rolls back.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DD7C-92FE-4E55-8468-59BEDFEA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Apache NetBeans and GlassFish 7.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Jakarta Servlets and JavaServer Pages.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HTML5 and CSS3, plus one script for the seat total.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MySQL 8.0 and Connector/J in WEB-INF/lib.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The JDBC URL is in source code, not in a GlassFish connection pool.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fresh database has 10 films, 2 theatres, 4 screens, and 56 shows.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wrong password is rejected. Member and admin logins both work.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Booking a taken seat does not create a second ticket.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Cancel marks the booking CANCELLED and frees the seats.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Run it from NetBeans at http://localhost:8080/Mini_Project/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 user can find a film, pick a future show, and store a booking.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The same seat of a show cannot be sold twice.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This version has no payment, email, or QR code.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Posters are colour cards, not photographs.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Next steps: payment, a salted password hash, and a theatre form.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Oracle, The Java Tutorials: JDBC Basics.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Eclipse Foundation, Jakarta Servlet Specification.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Eclipse GlassFish documentation.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Oracle, MySQL 8.0 Reference Manual.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Apache NetBeans documentation.</a:t>
            </a:r>
          </a:p>
          <a:p>
            <a:r>
              <a:rPr lang="en-US" sz="2000" dirty="0">
                <a:solidFill>
                  <a:srgbClr val="232D37"/>
                </a:solidFill>
                <a:latin typeface="Times New Roman" panose="02020603050405020304" pitchFamily="18" charset="0"/>
              </a:rPr>
              <a:t>MDN Web Docs, HTML and CSS.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Bookman Old Style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Technology &amp; Tools Used </vt:lpstr>
      <vt:lpstr>Implementation &amp; Results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2026-10-05T10:44:11Z</dcterms:created>
  <dcterms:modified xsi:type="dcterms:W3CDTF">2026-10-05T10:46:50Z</dcterms:modified>
</cp:coreProperties>
</file>